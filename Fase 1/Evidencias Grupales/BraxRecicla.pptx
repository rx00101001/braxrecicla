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4AWEy2LJNY2Mgmb9/gOGiHUKL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slide" Target="slides/slide1.xml"/><Relationship Id="rId19" Type="http://schemas.openxmlformats.org/officeDocument/2006/relationships/font" Target="fonts/Roboto-bold.fntdata"/><Relationship Id="rId6" Type="http://schemas.openxmlformats.org/officeDocument/2006/relationships/slide" Target="slides/slide2.xml"/><Relationship Id="rId18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Relationship Id="rId5" Type="http://schemas.openxmlformats.org/officeDocument/2006/relationships/image" Target="../media/image17.jp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5233360" y="2538313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BraxRecicla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233360" y="3412430"/>
            <a:ext cx="6296860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Dante Allendes - Alejandro Fuentes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Capstone 003D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46977" y="5126677"/>
            <a:ext cx="2044700" cy="17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661475" y="1190724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El Problema Actual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61475" y="2064841"/>
            <a:ext cx="3053877" cy="2009080"/>
          </a:xfrm>
          <a:prstGeom prst="roundRect">
            <a:avLst>
              <a:gd fmla="val 395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56832" y="2260203"/>
            <a:ext cx="26631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Logística Ciega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56832" y="2668885"/>
            <a:ext cx="2663163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Camiones con tolvas vacías o rebasadas, combustible desperdiciado sin visibilidad de ruta.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904359" y="2064841"/>
            <a:ext cx="3053976" cy="2009080"/>
          </a:xfrm>
          <a:prstGeom prst="roundRect">
            <a:avLst>
              <a:gd fmla="val 395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099715" y="2260203"/>
            <a:ext cx="26632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Fricción Legal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099715" y="2668885"/>
            <a:ext cx="2663262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Ley REP en conflicto con la Ley de Datos Personales 21.719 — cumplimiento imposible sin tecnología.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61475" y="4262934"/>
            <a:ext cx="6296860" cy="1404243"/>
          </a:xfrm>
          <a:prstGeom prst="roundRect">
            <a:avLst>
              <a:gd fmla="val 565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Burocracia en Papel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56832" y="4866977"/>
            <a:ext cx="590614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Certificados físicos propensos a pérdida y falsificación. Sin trazabilidad ni auditoría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Nuestra Solución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516088"/>
            <a:ext cx="2009923" cy="124221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59669"/>
                </a:solidFill>
                <a:latin typeface="Raleway"/>
                <a:ea typeface="Raleway"/>
                <a:cs typeface="Raleway"/>
                <a:sym typeface="Raleway"/>
              </a:rPr>
              <a:t>B2C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— Web Ciudadana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61475" y="4403229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Agendamiento de retiros domiciliarios, historial de reciclaje y retransmision en tiempo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516088"/>
            <a:ext cx="2009923" cy="124221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rPr>
              <a:t>B2B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— ERP Empresarial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363135" y="4403229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Rastreo GPS de flota, validación de RUT y generación automática de certificados criptográficos.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516088"/>
            <a:ext cx="2009923" cy="124221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Automatización Total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Certificados ambientales instantáneos, eliminando papel y riesgo de falsificación.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46977" y="5126677"/>
            <a:ext cx="2044700" cy="17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481038"/>
            <a:ext cx="6925990" cy="389592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7990084" y="705148"/>
            <a:ext cx="846910" cy="246856"/>
          </a:xfrm>
          <a:prstGeom prst="roundRect">
            <a:avLst>
              <a:gd fmla="val 22110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515" y="763588"/>
            <a:ext cx="129874" cy="12987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8282276" y="753864"/>
            <a:ext cx="1066873" cy="149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IOT + 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990084" y="1007765"/>
            <a:ext cx="3546485" cy="507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Innovación IoT e IA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0084" y="1672332"/>
            <a:ext cx="3546485" cy="148103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8247749" y="1853803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Hardware Integrado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247749" y="2247106"/>
            <a:ext cx="3107354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Raspberry Pi + cámaras de visión instaladas directamente en las tolvas de los camiones.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0084" y="3292872"/>
            <a:ext cx="3546485" cy="14810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8247749" y="3474343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Medición Volumétrica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47749" y="3867646"/>
            <a:ext cx="3107354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IA detecta el nivel de llenado automáticamente y dispara alertas de recolección.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0084" y="4913412"/>
            <a:ext cx="3546485" cy="12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8247749" y="5094883"/>
            <a:ext cx="3107354" cy="2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Rutas Dinámicas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247749" y="5488186"/>
            <a:ext cx="3107354" cy="4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Optimización en tiempo real — </a:t>
            </a:r>
            <a:r>
              <a:rPr b="1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ahorro de hasta el 30%</a:t>
            </a:r>
            <a:r>
              <a:rPr b="0" i="0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en costos operacionales.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17500" y="6036900"/>
            <a:ext cx="2044700" cy="8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661475" y="826591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Seguridad y Supresión Criptográfica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61475" y="1795264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 innovación central de BraxRecicla: cumplir la Ley 21.719 </a:t>
            </a:r>
            <a:r>
              <a:rPr b="0" i="1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sin sacrificar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la auditoría ambiental.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310309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850482" y="3255367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Validación SII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50482" y="3664049"/>
            <a:ext cx="32448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Algoritmo Módulo 11 en tiempo real bloquea inyecciones de datos y RUTs inválidos.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2310309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4473364" y="3255367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Crypto-Shredding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473364" y="3664049"/>
            <a:ext cx="32448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 clave de cifrado del titular se destruye al ejercer el derecho al olvido. Dato ilegible, registro intacto.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2310309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8096246" y="3255367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Anonimización Inversible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096246" y="3664049"/>
            <a:ext cx="32448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Identidad borrada permanentemente — datos ambientales y de auditoría preservados con integridad.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61475" y="4972943"/>
            <a:ext cx="10868745" cy="1058366"/>
          </a:xfrm>
          <a:prstGeom prst="roundRect">
            <a:avLst>
              <a:gd fmla="val 7501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482" y="5240635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1275723" y="5209183"/>
            <a:ext cx="1006549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Diferenciador clave:</a:t>
            </a: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Ninguna plataforma de gestión de residuos en Chile implementa crypto-shredding conforme a la Ley 21.719.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91677" y="3908777"/>
            <a:ext cx="2044700" cy="17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661475" y="67290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Arquitectura Técnica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286298"/>
            <a:ext cx="6903269" cy="315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5718146" y="2686723"/>
            <a:ext cx="1527072" cy="190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718146" y="2931909"/>
            <a:ext cx="1683173" cy="3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Raspberry Pi, GPS Coban y cámaras 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45089" y="3725158"/>
            <a:ext cx="1527072" cy="190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24728" y="3970344"/>
            <a:ext cx="1547433" cy="3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Supabase, PostgreSQL, Edge Functions, RLS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718146" y="4337699"/>
            <a:ext cx="1527072" cy="190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718146" y="4582885"/>
            <a:ext cx="1683173" cy="152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React, Next.js y Tailwind CSS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032251" y="1759645"/>
            <a:ext cx="3504219" cy="1177429"/>
          </a:xfrm>
          <a:prstGeom prst="roundRect">
            <a:avLst>
              <a:gd fmla="val 674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227608" y="1955006"/>
            <a:ext cx="31135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27608" y="2439293"/>
            <a:ext cx="31135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React · Next.js · Tailwind CSS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032251" y="3126085"/>
            <a:ext cx="3504219" cy="1479848"/>
          </a:xfrm>
          <a:prstGeom prst="roundRect">
            <a:avLst>
              <a:gd fmla="val 536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227608" y="3321447"/>
            <a:ext cx="31135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27608" y="3805734"/>
            <a:ext cx="31135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Supabase · PostgreSQL · Edge Functions · RLS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032251" y="4794945"/>
            <a:ext cx="3504219" cy="1177429"/>
          </a:xfrm>
          <a:prstGeom prst="roundRect">
            <a:avLst>
              <a:gd fmla="val 674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227608" y="4990306"/>
            <a:ext cx="31135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Hardware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27608" y="5474593"/>
            <a:ext cx="31135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Raspberry Pi · GPS · Cámaras IP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661475" y="1487686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Demostración en Vivo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61475" y="2361803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Navegación por la plataforma: validación B2B de RUT y agendamiento B2C de retiros domiciliarios.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61475" y="3179266"/>
            <a:ext cx="6296860" cy="2190948"/>
          </a:xfrm>
          <a:prstGeom prst="roundRect">
            <a:avLst>
              <a:gd fmla="val 3623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67825" y="3185616"/>
            <a:ext cx="6284160" cy="1089124"/>
          </a:xfrm>
          <a:custGeom>
            <a:rect b="b" l="l" r="r" t="t"/>
            <a:pathLst>
              <a:path extrusionOk="0" h="1089124" w="6284160">
                <a:moveTo>
                  <a:pt x="66156" y="0"/>
                </a:moveTo>
                <a:lnTo>
                  <a:pt x="6218004" y="0"/>
                </a:lnTo>
                <a:cubicBezTo>
                  <a:pt x="6235550" y="0"/>
                  <a:pt x="6252377" y="6970"/>
                  <a:pt x="6264783" y="19377"/>
                </a:cubicBezTo>
                <a:cubicBezTo>
                  <a:pt x="6277190" y="31784"/>
                  <a:pt x="6284160" y="48612"/>
                  <a:pt x="6284160" y="66158"/>
                </a:cubicBezTo>
                <a:lnTo>
                  <a:pt x="6284160" y="1089124"/>
                </a:lnTo>
                <a:lnTo>
                  <a:pt x="0" y="1089124"/>
                </a:lnTo>
                <a:lnTo>
                  <a:pt x="0" y="66158"/>
                </a:lnTo>
                <a:cubicBezTo>
                  <a:pt x="0" y="29620"/>
                  <a:pt x="29619" y="0"/>
                  <a:pt x="66156" y="0"/>
                </a:cubicBez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56832" y="3374628"/>
            <a:ext cx="59061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59669"/>
                </a:solidFill>
                <a:latin typeface="Raleway"/>
                <a:ea typeface="Raleway"/>
                <a:cs typeface="Raleway"/>
                <a:sym typeface="Raleway"/>
              </a:rPr>
              <a:t>Flujo B2C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56832" y="3783310"/>
            <a:ext cx="590614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Agendamiento de retiro domiciliario desde la app ciudadana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67825" y="4274741"/>
            <a:ext cx="6284160" cy="1089124"/>
          </a:xfrm>
          <a:custGeom>
            <a:rect b="b" l="l" r="r" t="t"/>
            <a:pathLst>
              <a:path extrusionOk="0" h="1089124" w="6284160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cubicBezTo>
                  <a:pt x="6284160" y="1059504"/>
                  <a:pt x="6254541" y="1089124"/>
                  <a:pt x="6218004" y="1089124"/>
                </a:cubicBezTo>
                <a:lnTo>
                  <a:pt x="66156" y="1089124"/>
                </a:lnTo>
                <a:cubicBezTo>
                  <a:pt x="29619" y="1089124"/>
                  <a:pt x="0" y="1059504"/>
                  <a:pt x="0" y="1022966"/>
                </a:cubicBez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67825" y="4274741"/>
            <a:ext cx="6284160" cy="25400"/>
          </a:xfrm>
          <a:prstGeom prst="roundRect">
            <a:avLst>
              <a:gd fmla="val 49999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56832" y="4463752"/>
            <a:ext cx="59061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059669"/>
                </a:solidFill>
                <a:latin typeface="Raleway"/>
                <a:ea typeface="Raleway"/>
                <a:cs typeface="Raleway"/>
                <a:sym typeface="Raleway"/>
              </a:rPr>
              <a:t>Flujo B2B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56832" y="4872434"/>
            <a:ext cx="590614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Validación de RUT en tiempo real y generación de certificado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661475" y="147637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Viabilidad e Impacto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61475" y="2539504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900"/>
              <a:buFont typeface="Raleway"/>
              <a:buNone/>
            </a:pPr>
            <a:r>
              <a:rPr b="0" i="0" lang="en-US" sz="4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&lt;1 mes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61475" y="3399433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Payback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61475" y="3808115"/>
            <a:ext cx="346542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ahorros operacionales financian la infraestructura desde el primer mes.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363135" y="2539504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900"/>
              <a:buFont typeface="Raleway"/>
              <a:buNone/>
            </a:pPr>
            <a:r>
              <a:rPr b="0" i="0" lang="en-US" sz="4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30%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363135" y="3399433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Reducción de Emisiones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363135" y="3808115"/>
            <a:ext cx="346542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Optimización de rutas con impacto directo en huella de carbono de la flota.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064794" y="2539504"/>
            <a:ext cx="3465426" cy="62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900"/>
              <a:buFont typeface="Raleway"/>
              <a:buNone/>
            </a:pPr>
            <a:r>
              <a:rPr b="0" i="0" lang="en-US" sz="4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100%</a:t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064794" y="3399433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Cumplimiento Legal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064794" y="3808115"/>
            <a:ext cx="346542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Ajustado al marco regulatorio actual y futuro de Chile — Ley REP y Ley 21.719.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61475" y="4625578"/>
            <a:ext cx="10868745" cy="755948"/>
          </a:xfrm>
          <a:prstGeom prst="roundRect">
            <a:avLst>
              <a:gd fmla="val 1050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82" y="4893270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275723" y="4861818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BraxRecicla no es solo una plataforma — es infraestructura crítica para la economía circular de Chile.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661475" y="1544836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El Futuro es Circular. BraxRecicla lo Construye.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61475" y="2418953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 innovación tecnológica y un compromiso inquebrantable, estamos redefiniendo la gestión de residuos para un Chile más sostenible y eficiente.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61475" y="3307259"/>
            <a:ext cx="10868745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100"/>
              <a:buFont typeface="Raleway"/>
              <a:buNone/>
            </a:pPr>
            <a:r>
              <a:rPr b="0" i="0" lang="en-US" sz="51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¡Únete a la Revolución Verde!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61475" y="4405908"/>
            <a:ext cx="1086874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     Dante Allendes · Alejandro Fuentes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     info@braxrecicla.cl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      www.braxrecicla.cl    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2026-09-11T16:43:15Z</dcterms:created>
</cp:coreProperties>
</file>